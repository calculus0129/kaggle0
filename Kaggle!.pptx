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2" r:id="rId7"/>
    <p:sldId id="265" r:id="rId8"/>
    <p:sldId id="263" r:id="rId9"/>
    <p:sldId id="264" r:id="rId10"/>
    <p:sldId id="261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DF9F-ADA0-4C49-A263-B2AE48107B92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11A69-C4DC-406E-8104-7D6732DB1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11A69-C4DC-406E-8104-7D6732DB19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758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0C78A-F4CD-0FDA-EC88-24C016C4A2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A7C650-9D3B-E309-69E6-CD9E18D584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E04841-5E1A-4BD5-92E4-C8D181E46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91989-5B69-E244-F458-BA2D26913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D094A-D779-1AA8-12A5-1D8958453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83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92D0B-54B0-6613-4569-B5881188A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95482-8AFD-B092-D6C6-9DED14291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3EBB9E-5AE4-738D-FA61-E8D070F40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6DB14-BE06-67B1-CCCF-FCC99E498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17EF8-9DC1-87EE-E77F-5E05F93FB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12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475D4-5CD8-0275-2620-284E8726E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7643A6-94E2-BF40-CF05-22B6AF6832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15448-2313-97BE-0E13-9A3151A3A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F6E3A-02A4-3D05-A9F3-7269D8E5D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E1AE9E-E0C6-45B3-5FB3-EA2EFF4B2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687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DE8C1-83F4-9CBF-D99F-E0DA55B16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781AC-CA49-0172-E91E-2F1A76761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AEB34-6D8A-D27B-9531-B692042B6E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6BEA4B-3CEF-C2F1-F7F5-22FC3642F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8B1AA3-16C2-0775-6F66-D3B2D31B6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8D5560-C456-A5AB-11C8-1B6046ED1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39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9FC30-E8C3-356D-172F-2766C812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ADB18-D63A-D291-8475-A453E04F6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782FCE-2B6C-A3F4-5721-AC17502911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F1286A-B462-7A53-EF71-CF9087087D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D4611D-F33A-F838-5447-2180A329B7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F7A97F-A5BC-0B0B-889F-944704133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36B8DF-5C78-4EA4-254E-774CB71A4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F2D90F-F225-BE15-76DD-A5EE779CE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9420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81E0D-5EEC-DF21-2A69-4F07330FF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0C09D7-2167-7005-A150-447CED8DD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D2E2BF-E374-3DBE-D8DB-85BDF1E1D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DFCDA0-D921-DEB9-FD8E-DD47118B1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927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8E1A54-B8BB-F1C0-5FFE-EA35B66CB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93D83E-4AB5-DA60-4263-B2AF16963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9D5B0-B383-D3C0-9FCF-5118791DB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0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7212-AF07-92F8-B1F9-AB1F8192B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50FC9-FA3C-A1F5-F5F9-AD2E33F82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28CD51-724D-2A5D-F773-32F25081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381B7-7206-940F-3662-CBDB9A088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C0D2C9-C78F-AFFC-AE7D-16BE820D6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9ADF8E-EC42-D60A-C9A0-A0B7A8A50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569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88803-2949-71C8-037B-B365FCD5C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6590F4-D142-5168-71A0-A55AF5D954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032CF9-03CB-DCBF-1D6C-6622820743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40A80B-88ED-F56E-FE73-EC5911BD9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E0D1D-5CED-656C-C16F-72EBF4E4E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8229A6-106C-047D-A551-D9DD5756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078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62DA4-1173-9AAD-DE24-EEDF9568F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80DB68-88C7-B088-61F0-4B6FD7C8BA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E2458-677E-2FDD-A4B0-0B9519535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4A8C29-4BCD-0119-3EAA-548C720D1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A19BD-0211-EB12-644F-6C2AF7645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46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622459-D0F4-280E-B70F-753BBED95C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2DA24B-4274-FFFE-AE92-0BA71BBC3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CE71E9-CB92-AE50-9AF0-1F4DCDF41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87160-B5BD-4FFA-C32A-6AD7BC6CB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36B3C-2B36-B138-D77D-DA1FADA1C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361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34042D-1FE3-35EE-EB21-53FE4BF71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0F2E6-4584-42A5-F586-2EDC903CA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131ED-CE28-C005-019F-4E34AC87F8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8BF7D9-AC52-4AC2-BEDB-A5D1257FD4A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55C63-3347-2686-0219-3664FF6702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07C1E-6AEB-4ED0-8C97-05F0E0721B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11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0BBDF-1F9C-E2DA-46DB-10E32DD00B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Kaggle!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CAAD2D-036B-1777-B967-388659D5E9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5578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C24E7-64A5-6CAB-7E8A-A108B704D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6DD49-DAFD-0236-7D77-38DBCDD8C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What is Kaggle?</a:t>
            </a:r>
          </a:p>
          <a:p>
            <a:r>
              <a:rPr lang="en-US"/>
              <a:t>How to start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352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E77E-8909-5F48-22E9-AFF52097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Kaggle?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ABC3-B479-FDD6-0A21-52EDEDD66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Kaggle has:</a:t>
            </a:r>
          </a:p>
          <a:p>
            <a:pPr lvl="1"/>
            <a:r>
              <a:rPr lang="en-US"/>
              <a:t>Intro courses to ML (and LLMs)</a:t>
            </a:r>
          </a:p>
          <a:p>
            <a:pPr lvl="1"/>
            <a:r>
              <a:rPr lang="en-US"/>
              <a:t>DataSets</a:t>
            </a:r>
          </a:p>
          <a:p>
            <a:pPr lvl="1"/>
            <a:r>
              <a:rPr lang="en-US"/>
              <a:t>Various models from other users</a:t>
            </a:r>
          </a:p>
          <a:p>
            <a:pPr lvl="1"/>
            <a:r>
              <a:rPr lang="en-US"/>
              <a:t>Data-Related Competitions</a:t>
            </a:r>
          </a:p>
          <a:p>
            <a:pPr lvl="1"/>
            <a:r>
              <a:rPr lang="en-US"/>
              <a:t>Colab-like Notebook (to run Pythons, etc.)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628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BEA4F-E4AE-CD64-4C64-BDE9E87D2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do: Intro to Machine Learning!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6F1A7-F40E-4567-5B52-05C4701E7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https://www.kaggle.com/learn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E59A01-0CC0-D5A5-B71A-2BC1D84BE7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83444"/>
            <a:ext cx="6779821" cy="36935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B60847-02D6-4350-9243-70AB0E7A3EA9}"/>
              </a:ext>
            </a:extLst>
          </p:cNvPr>
          <p:cNvSpPr txBox="1"/>
          <p:nvPr/>
        </p:nvSpPr>
        <p:spPr>
          <a:xfrm>
            <a:off x="838200" y="12041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https://www.kaggle.com/learn/intro-to-machine-learning</a:t>
            </a:r>
          </a:p>
        </p:txBody>
      </p:sp>
    </p:spTree>
    <p:extLst>
      <p:ext uri="{BB962C8B-B14F-4D97-AF65-F5344CB8AC3E}">
        <p14:creationId xmlns:p14="http://schemas.microsoft.com/office/powerpoint/2010/main" val="3406514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BE3FB-0D06-8486-9D72-5DD6C7EFE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Kaggle Notebook?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9A2D6-E9E5-F468-91B5-976591EDD9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Much-like Colab jupyter notebook, etc., but suggested to be better than colab.</a:t>
            </a:r>
          </a:p>
          <a:p>
            <a:pPr lvl="1"/>
            <a:r>
              <a:rPr lang="en-US"/>
              <a:t>kaggle.com/code</a:t>
            </a:r>
          </a:p>
          <a:p>
            <a:r>
              <a:rPr lang="en-US"/>
              <a:t>Usage:</a:t>
            </a:r>
          </a:p>
          <a:p>
            <a:pPr lvl="1"/>
            <a:r>
              <a:rPr lang="en-US"/>
              <a:t>Shift+Enter </a:t>
            </a:r>
            <a:r>
              <a:rPr lang="en-US">
                <a:sym typeface="Wingdings" panose="05000000000000000000" pitchFamily="2" charset="2"/>
              </a:rPr>
              <a:t> Execute &amp; move next cell (creates if not exists)</a:t>
            </a:r>
            <a:endParaRPr lang="en-US"/>
          </a:p>
          <a:p>
            <a:r>
              <a:rPr lang="en-US"/>
              <a:t>docs: https://www.kaggle.com/docs/notebooks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5C24D3E-AD0E-7FC3-B3A3-529ED556458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44557" y="1825625"/>
            <a:ext cx="403688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212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9F5-6FD8-9574-B7C1-8DA1AF0F4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Kaggle Datasets?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251E9E4-3AF9-94F5-D005-84E47457E1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27788" y="1825625"/>
            <a:ext cx="7336424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A3C0A8-2279-C50D-C0D6-822FB655C6A3}"/>
              </a:ext>
            </a:extLst>
          </p:cNvPr>
          <p:cNvSpPr txBox="1"/>
          <p:nvPr/>
        </p:nvSpPr>
        <p:spPr>
          <a:xfrm>
            <a:off x="6096000" y="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https://www.kaggle.com/datasets/dansbecker/melbourne-housing-snapshot</a:t>
            </a:r>
          </a:p>
        </p:txBody>
      </p:sp>
    </p:spTree>
    <p:extLst>
      <p:ext uri="{BB962C8B-B14F-4D97-AF65-F5344CB8AC3E}">
        <p14:creationId xmlns:p14="http://schemas.microsoft.com/office/powerpoint/2010/main" val="24748413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87525-646D-943A-B9B1-10AD74F28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 to the Notebook!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1AFE431-B13F-27A2-56FE-F5CB8B9AB9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587" y="1825625"/>
            <a:ext cx="807082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248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510A8-F740-01AC-8291-0A49E991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Exercise!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2D4C21E-E965-BA23-8B91-0E0DA576538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238546"/>
            <a:ext cx="5181600" cy="3525495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1D5C6F3-5730-0455-C1C8-C5CE7F4FDA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B55206-6A2B-D1D0-9883-BD29F5BCFB57}"/>
              </a:ext>
            </a:extLst>
          </p:cNvPr>
          <p:cNvSpPr txBox="1"/>
          <p:nvPr/>
        </p:nvSpPr>
        <p:spPr>
          <a:xfrm>
            <a:off x="0" y="-42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https://www.kaggle.com/kernels/fork/1258954</a:t>
            </a:r>
          </a:p>
        </p:txBody>
      </p:sp>
    </p:spTree>
    <p:extLst>
      <p:ext uri="{BB962C8B-B14F-4D97-AF65-F5344CB8AC3E}">
        <p14:creationId xmlns:p14="http://schemas.microsoft.com/office/powerpoint/2010/main" val="4163795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FFDA5-5CE1-18B0-91A6-7B9F1717A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 Exercise! (exercises on what learned form the ‘learning website’)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B34334E-6659-B1F8-1E77-ED37B115B2E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343537"/>
            <a:ext cx="5181600" cy="331551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F12DAACC-9869-DD24-9065-9D891EBD001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88524"/>
            <a:ext cx="5181600" cy="30809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F44D74-50A0-5D1D-6E2F-79F2ED9752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1" y="4759327"/>
            <a:ext cx="3098800" cy="204270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D2A620D-CC68-B8DC-F74E-3327009C48AD}"/>
              </a:ext>
            </a:extLst>
          </p:cNvPr>
          <p:cNvSpPr txBox="1"/>
          <p:nvPr/>
        </p:nvSpPr>
        <p:spPr>
          <a:xfrm>
            <a:off x="143934" y="649287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https://www.kaggle.com/discussions/getting-started/60581</a:t>
            </a:r>
          </a:p>
        </p:txBody>
      </p:sp>
    </p:spTree>
    <p:extLst>
      <p:ext uri="{BB962C8B-B14F-4D97-AF65-F5344CB8AC3E}">
        <p14:creationId xmlns:p14="http://schemas.microsoft.com/office/powerpoint/2010/main" val="627747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20BB6-7086-E060-E636-5A2D12B36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 code?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427F8D9-C702-52BF-E382-E72E596E281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174167"/>
            <a:ext cx="5181600" cy="3654253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B270BBC-DF24-CF5E-CEC4-F3107D717F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ChatGPT says that this is simply for local downloading the result of Kaggle notebooks.</a:t>
            </a:r>
          </a:p>
          <a:p>
            <a:r>
              <a:rPr lang="en-US"/>
              <a:t>For beginners, almost 100% not necessary.</a:t>
            </a:r>
          </a:p>
          <a:p>
            <a:r>
              <a:rPr lang="en-US"/>
              <a:t>Used for</a:t>
            </a:r>
          </a:p>
          <a:p>
            <a:pPr lvl="1"/>
            <a:r>
              <a:rPr lang="en-US"/>
              <a:t>local analysis / reproduction</a:t>
            </a:r>
          </a:p>
          <a:p>
            <a:pPr lvl="1"/>
            <a:r>
              <a:rPr lang="en-US"/>
              <a:t>automizing competition</a:t>
            </a:r>
          </a:p>
          <a:p>
            <a:pPr lvl="1"/>
            <a:r>
              <a:rPr lang="en-US"/>
              <a:t>extracting only the results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C8EF07-C2C6-88B8-C3C8-F0877CA5C62A}"/>
              </a:ext>
            </a:extLst>
          </p:cNvPr>
          <p:cNvSpPr txBox="1"/>
          <p:nvPr/>
        </p:nvSpPr>
        <p:spPr>
          <a:xfrm>
            <a:off x="5418667" y="70474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https://www.kaggle.com/code/dansbecker/basic-data-exploration/data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094F86-E9AB-D2D7-7C19-A62C0A758B95}"/>
              </a:ext>
            </a:extLst>
          </p:cNvPr>
          <p:cNvSpPr txBox="1"/>
          <p:nvPr/>
        </p:nvSpPr>
        <p:spPr>
          <a:xfrm>
            <a:off x="76200" y="5988733"/>
            <a:ext cx="6019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kaggle kernels output dansbecker/basic-data-exploration -p ./output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287D1E-6730-5DC3-9A50-982156E1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2030303"/>
            <a:ext cx="4910628" cy="4809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086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9E750-09C1-08C1-733B-43BAEF490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TIP: Notebook sidebar tab </a:t>
            </a:r>
            <a:r>
              <a:rPr lang="ko-KR" altLang="en-US"/>
              <a:t>안보일 때</a:t>
            </a:r>
            <a:r>
              <a:rPr lang="en-US" altLang="ko-KR"/>
              <a:t>!</a:t>
            </a:r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87D4655-9AC0-A143-9964-10CD2FB7D8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4268" y="1825625"/>
            <a:ext cx="8083463" cy="4351338"/>
          </a:xfrm>
          <a:prstGeom prst="rect">
            <a:avLst/>
          </a:prstGeom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626116F1-3D31-82DE-60B6-4FA20045C7E1}"/>
              </a:ext>
            </a:extLst>
          </p:cNvPr>
          <p:cNvSpPr/>
          <p:nvPr/>
        </p:nvSpPr>
        <p:spPr>
          <a:xfrm>
            <a:off x="9499600" y="3937001"/>
            <a:ext cx="1134533" cy="1887008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5598CD-0B6A-95D7-063E-B40AEE9924D5}"/>
              </a:ext>
            </a:extLst>
          </p:cNvPr>
          <p:cNvSpPr txBox="1"/>
          <p:nvPr/>
        </p:nvSpPr>
        <p:spPr>
          <a:xfrm>
            <a:off x="9261390" y="6168774"/>
            <a:ext cx="2699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 쪼꼬만걸 누르면 된다</a:t>
            </a:r>
            <a:r>
              <a:rPr lang="en-US" altLang="ko-KR"/>
              <a:t>!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916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866F3-C5E8-5834-2429-DC4B50E93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01E691F-2C09-2E8C-6F23-7E589F7E39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18745" y="1825625"/>
            <a:ext cx="815450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240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F3211-70CC-E7A9-D4D5-F4B5A741E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05F37-AA7B-1C97-D748-8464DDE28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839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264</Words>
  <Application>Microsoft Office PowerPoint</Application>
  <PresentationFormat>Widescreen</PresentationFormat>
  <Paragraphs>39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Wingdings</vt:lpstr>
      <vt:lpstr>Office Theme</vt:lpstr>
      <vt:lpstr>Kaggle!</vt:lpstr>
      <vt:lpstr>Contents</vt:lpstr>
      <vt:lpstr>What is Kaggle?</vt:lpstr>
      <vt:lpstr>Let’s do: Intro to Machine Learning!</vt:lpstr>
      <vt:lpstr>Kaggle Notebook?</vt:lpstr>
      <vt:lpstr>Kaggle Datasets?</vt:lpstr>
      <vt:lpstr>Download to the Notebook!</vt:lpstr>
      <vt:lpstr>Exercise!</vt:lpstr>
      <vt:lpstr>More Exercise! (exercises on what learned form the ‘learning website’)</vt:lpstr>
      <vt:lpstr>CLI code?</vt:lpstr>
      <vt:lpstr>TIP: Notebook sidebar tab 안보일 때!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ins 9</dc:creator>
  <cp:lastModifiedBy>ins 9</cp:lastModifiedBy>
  <cp:revision>27</cp:revision>
  <dcterms:created xsi:type="dcterms:W3CDTF">2026-01-30T00:08:35Z</dcterms:created>
  <dcterms:modified xsi:type="dcterms:W3CDTF">2026-01-30T06:26:13Z</dcterms:modified>
</cp:coreProperties>
</file>